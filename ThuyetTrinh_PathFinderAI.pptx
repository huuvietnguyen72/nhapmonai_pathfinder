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🗺️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3931920" y="16916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91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 ·  Nhập Môn TTNT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931920" y="324612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Quan Hóa Thuật Toán Tìm Đường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3730752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Bản Đồ Thực Hà Đông, Hà Nội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251960"/>
            <a:ext cx="7955280" cy="27432"/>
          </a:xfrm>
          <a:prstGeom prst="rect">
            <a:avLst/>
          </a:prstGeom>
          <a:solidFill>
            <a:srgbClr val="363780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4ECDC4">
              <a:alpha val="18000"/>
            </a:srgbClr>
          </a:solidFill>
          <a:ln w="12700">
            <a:solidFill>
              <a:srgbClr val="4ECDC4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6B6B">
              <a:alpha val="18000"/>
            </a:srgbClr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18000"/>
            </a:srgbClr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06D6A0">
              <a:alpha val="18000"/>
            </a:srgbClr>
          </a:solidFill>
          <a:ln w="12700">
            <a:solidFill>
              <a:srgbClr val="06D6A0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5074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viện Công nghệ Bưu chính Viễn thông (PTIT)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5440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Nội –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 đề tài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9224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5060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hệ thống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1556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BFS &amp; DFS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5060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Dijkstra &amp; A*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1556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&amp; Demo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15060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so sánh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6B7A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3392424"/>
            <a:ext cx="493776" cy="493776"/>
          </a:xfrm>
          <a:prstGeom prst="roundRect">
            <a:avLst>
              <a:gd name="adj" fmla="val 9259"/>
            </a:avLst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92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15568" y="3328416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&amp; Kết luận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Giới Thiệu Đề Tài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tìm đường là bài toán nền tảng trong Trí tuệ Nhân tạo. PathFinder AI áp dụng 4 thuật toán trực tiếp lên bản đồ đường bộ thực của Hà Đông — không phải đồ thị lý thuyết.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🗺️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đồ thực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 giao thông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 đường bộ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Đông, Hà Nội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⚡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24612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 thời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song song 4 thuật toán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từng bước khám phá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nút duyệt · Độ dài đường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thực thi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84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0684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🎛️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900684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tác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0684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chọn điểm · Điều chỉnh tốc độ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Ẩn/hiện từng thuật toán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Kiến Trúc Hệ Thống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1.9.4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 UI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đồng bộ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94760" y="3383280"/>
            <a:ext cx="914400" cy="457200"/>
          </a:xfrm>
          <a:prstGeom prst="right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2834640"/>
            <a:ext cx="914400" cy="457200"/>
          </a:xfrm>
          <a:prstGeom prst="leftArrow">
            <a:avLst/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514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DFS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/ A*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66760" y="3566160"/>
            <a:ext cx="640080" cy="411480"/>
          </a:xfrm>
          <a:prstGeom prst="rightArrow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051560"/>
            <a:ext cx="2788920" cy="5394960"/>
          </a:xfrm>
          <a:prstGeom prst="roundRect">
            <a:avLst>
              <a:gd name="adj" fmla="val 2623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105156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98280" y="1691640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nodes.json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249631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98280" y="3300984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edges.json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98280" y="410565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98280" y="491032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 export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 Thuật Toán — BFS &amp; DFS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4ECDC4">
              <a:alpha val="25000"/>
            </a:srgbClr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 Breadth-First Search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rộng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Hàng đợi (Queue)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ÍT BƯỚC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tối ưu khoảng cách thực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6B6B">
              <a:alpha val="25000"/>
            </a:srgbClr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 Depth-First Search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theo chiều sâu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Ngăn xếp (Stack)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KHÔNG đảm bảo tối ưu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Đường đi có thể rất dài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O(V + E)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đảm bảo đường ÍT CẠNH nhất · DFS nhanh hơn trong nhiều trường hợp nhưng không tối ưu trên bản đồ có trọng số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 Thuật Toán — Dijkstra &amp; A*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004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FFD166">
              <a:alpha val="25000"/>
            </a:srgbClr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Tìm đường NGẮN NHẤT tuyệt đối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Min-heap (priority queue)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Mở rộng nút gần nguồn nhất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trên đồ thị trọng số ≥ 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Độ phức tạp: O((V+E) log V)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0" y="1051560"/>
            <a:ext cx="5440680" cy="5394960"/>
          </a:xfrm>
          <a:prstGeom prst="roundRect">
            <a:avLst>
              <a:gd name="adj" fmla="val 1356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0" y="1051560"/>
            <a:ext cx="5440680" cy="548640"/>
          </a:xfrm>
          <a:prstGeom prst="roundRect">
            <a:avLst>
              <a:gd name="adj" fmla="val 13333"/>
            </a:avLst>
          </a:prstGeom>
          <a:solidFill>
            <a:srgbClr val="06D6A0">
              <a:alpha val="25000"/>
            </a:srgbClr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1051560"/>
            <a:ext cx="5440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 (A-Star)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9400" y="1783080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Dijkstra + heuristic dẫn hướng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29400" y="2496312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f(n) = g(n) + h(n)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209544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h(n) = khoảng cách Haversine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29400" y="3922776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Tối ưu VÀ nhanh hơn Dijkstra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29400" y="4636008"/>
            <a:ext cx="4983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Duyệt ít nút hơn đáng kể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5705856" y="3474720"/>
            <a:ext cx="777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320040" y="6446520"/>
            <a:ext cx="11521440" cy="301752"/>
          </a:xfrm>
          <a:prstGeom prst="roundRect">
            <a:avLst>
              <a:gd name="adj" fmla="val 15152"/>
            </a:avLst>
          </a:prstGeom>
          <a:solidFill>
            <a:srgbClr val="1C1945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446520"/>
            <a:ext cx="112471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h(n) ≤ khoảng cách thực  →  Admissible heuristic  →  A* đảm bảo kết quả tối ưu như Dijkstra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2026-05-07T15:09:22Z</dcterms:created>
  <dcterms:modified xsi:type="dcterms:W3CDTF">2026-05-07T15:09:22Z</dcterms:modified>
</cp:coreProperties>
</file>