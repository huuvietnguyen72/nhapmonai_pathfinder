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86800" y="-1097280"/>
            <a:ext cx="4572000" cy="4572000"/>
          </a:xfrm>
          <a:prstGeom prst="ellipse">
            <a:avLst/>
          </a:prstGeom>
          <a:solidFill>
            <a:srgbClr val="818CF8">
              <a:alpha val="18000"/>
            </a:srgbClr>
          </a:solidFill>
          <a:ln w="12700">
            <a:solidFill>
              <a:srgbClr val="818CF8">
                <a:alpha val="18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-914400" y="4114800"/>
            <a:ext cx="3657600" cy="3657600"/>
          </a:xfrm>
          <a:prstGeom prst="ellipse">
            <a:avLst/>
          </a:prstGeom>
          <a:solidFill>
            <a:srgbClr val="34D399">
              <a:alpha val="15000"/>
            </a:srgbClr>
          </a:solidFill>
          <a:ln w="12700">
            <a:solidFill>
              <a:srgbClr val="34D399">
                <a:alpha val="1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1520" y="1645920"/>
            <a:ext cx="2743200" cy="274320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645920"/>
            <a:ext cx="2743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200" dirty="0">
                <a:solidFill>
                  <a:srgbClr val="000000"/>
                </a:solidFill>
              </a:rPr>
              <a:t>🗺️</a:t>
            </a:r>
            <a:endParaRPr lang="en-US" sz="7200" dirty="0"/>
          </a:p>
        </p:txBody>
      </p:sp>
      <p:sp>
        <p:nvSpPr>
          <p:cNvPr id="11" name="Shape 9"/>
          <p:cNvSpPr/>
          <p:nvPr/>
        </p:nvSpPr>
        <p:spPr>
          <a:xfrm>
            <a:off x="3931920" y="1691640"/>
            <a:ext cx="2926080" cy="347472"/>
          </a:xfrm>
          <a:prstGeom prst="roundRect">
            <a:avLst>
              <a:gd name="adj" fmla="val 39474"/>
            </a:avLst>
          </a:prstGeom>
          <a:solidFill>
            <a:srgbClr val="818CF8">
              <a:alpha val="15000"/>
            </a:srgbClr>
          </a:solidFill>
          <a:ln w="12700">
            <a:solidFill>
              <a:srgbClr val="818CF8">
                <a:alpha val="5000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31920" y="1691640"/>
            <a:ext cx="29260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 án  ·  Nhập Môn TTNT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931920" y="2240280"/>
            <a:ext cx="79552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PathFinder AI</a:t>
            </a:r>
            <a:endParaRPr lang="en-US" sz="5200" dirty="0"/>
          </a:p>
        </p:txBody>
      </p:sp>
      <p:sp>
        <p:nvSpPr>
          <p:cNvPr id="14" name="Text 12"/>
          <p:cNvSpPr/>
          <p:nvPr/>
        </p:nvSpPr>
        <p:spPr>
          <a:xfrm>
            <a:off x="3931920" y="3246120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Trực Quan Hóa Thuật Toán Tìm Đường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931920" y="3730752"/>
            <a:ext cx="7955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Bản Đồ Thực Hà Đông, Hà Nội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3931920" y="4251960"/>
            <a:ext cx="7955280" cy="27432"/>
          </a:xfrm>
          <a:prstGeom prst="rect">
            <a:avLst/>
          </a:prstGeom>
          <a:solidFill>
            <a:srgbClr val="363780"/>
          </a:solidFill>
          <a:ln w="12700">
            <a:solidFill>
              <a:srgbClr val="36378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3192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4ECDC4">
              <a:alpha val="18000"/>
            </a:srgbClr>
          </a:solidFill>
          <a:ln w="12700">
            <a:solidFill>
              <a:srgbClr val="4ECDC4">
                <a:alpha val="50000"/>
              </a:srgbClr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3192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2356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6B6B">
              <a:alpha val="18000"/>
            </a:srgbClr>
          </a:solidFill>
          <a:ln w="12700">
            <a:solidFill>
              <a:srgbClr val="FF6B6B">
                <a:alpha val="50000"/>
              </a:srgbClr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62356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DFS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1520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FFD166">
              <a:alpha val="18000"/>
            </a:srgbClr>
          </a:solidFill>
          <a:ln w="12700">
            <a:solidFill>
              <a:srgbClr val="FFD166">
                <a:alpha val="50000"/>
              </a:srgbClr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06840" y="4434840"/>
            <a:ext cx="1508760" cy="347472"/>
          </a:xfrm>
          <a:prstGeom prst="roundRect">
            <a:avLst>
              <a:gd name="adj" fmla="val 13158"/>
            </a:avLst>
          </a:prstGeom>
          <a:solidFill>
            <a:srgbClr val="06D6A0">
              <a:alpha val="18000"/>
            </a:srgbClr>
          </a:solidFill>
          <a:ln w="12700">
            <a:solidFill>
              <a:srgbClr val="06D6A0">
                <a:alpha val="50000"/>
              </a:srgbClr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06840" y="4434840"/>
            <a:ext cx="15087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A*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931920" y="5074920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viện Công nghệ Bưu chính Viễn thông (PTIT)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931920" y="5440680"/>
            <a:ext cx="7955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Nội – 2025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Trình Bày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1206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06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11556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Giới thiệu đề tài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92240" y="1051560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547104" y="1115568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47104" y="1115568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150608" y="1051560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Kiến trúc hệ thống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FF6B6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1206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FF6B6B"/>
          </a:solidFill>
          <a:ln w="12700">
            <a:solidFill>
              <a:srgbClr val="FF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11556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BFS &amp; DFS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492240" y="1810512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47104" y="1874520"/>
            <a:ext cx="493776" cy="493776"/>
          </a:xfrm>
          <a:prstGeom prst="roundRect">
            <a:avLst>
              <a:gd name="adj" fmla="val 9259"/>
            </a:avLst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47104" y="1874520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7150608" y="1810512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Thuật toán Dijkstra &amp; A*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45720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818CF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1206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06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111556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Giao diện &amp; Demo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492240" y="2569464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34D39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547104" y="2633472"/>
            <a:ext cx="493776" cy="493776"/>
          </a:xfrm>
          <a:prstGeom prst="roundRect">
            <a:avLst>
              <a:gd name="adj" fmla="val 9259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547104" y="2633472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7150608" y="2569464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quả so sánh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457200" y="3328416"/>
            <a:ext cx="5303520" cy="621792"/>
          </a:xfrm>
          <a:prstGeom prst="roundRect">
            <a:avLst>
              <a:gd name="adj" fmla="val 11765"/>
            </a:avLst>
          </a:prstGeom>
          <a:solidFill>
            <a:srgbClr val="1C1945"/>
          </a:solidFill>
          <a:ln w="15240">
            <a:solidFill>
              <a:srgbClr val="6B7AB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12064" y="3392424"/>
            <a:ext cx="493776" cy="493776"/>
          </a:xfrm>
          <a:prstGeom prst="roundRect">
            <a:avLst>
              <a:gd name="adj" fmla="val 9259"/>
            </a:avLst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12064" y="3392424"/>
            <a:ext cx="493776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0C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700" dirty="0"/>
          </a:p>
        </p:txBody>
      </p:sp>
      <p:sp>
        <p:nvSpPr>
          <p:cNvPr id="36" name="Text 34"/>
          <p:cNvSpPr/>
          <p:nvPr/>
        </p:nvSpPr>
        <p:spPr>
          <a:xfrm>
            <a:off x="1115568" y="3328416"/>
            <a:ext cx="4590288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Kiểm thử &amp; Kết luận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01. Giới Thiệu Đề Tài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4ECDC4"/>
          </a:solidFill>
          <a:ln w="12700">
            <a:solidFill>
              <a:srgbClr val="4ECDC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05840"/>
            <a:ext cx="114300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toán tìm đường là bài toán nền tảng trong Trí tuệ Nhân tạo. PathFinder AI áp dụng 4 thuật toán trực tiếp lên bản đồ đường bộ thực của Hà Đông — không phải đồ thị lý thuyết.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36576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🗺️</a:t>
            </a:r>
            <a:endParaRPr lang="en-US" sz="3800" dirty="0"/>
          </a:p>
        </p:txBody>
      </p:sp>
      <p:sp>
        <p:nvSpPr>
          <p:cNvPr id="12" name="Text 10"/>
          <p:cNvSpPr/>
          <p:nvPr/>
        </p:nvSpPr>
        <p:spPr>
          <a:xfrm>
            <a:off x="36576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Bản đồ thực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6576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 giao thông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 đường bộ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Đông, Hà Nội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24612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4612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⚡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24612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Đồng thời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24612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Chạy song song 4 thuật toán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từng bước khám phá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📊</a:t>
            </a:r>
            <a:endParaRPr lang="en-US" sz="3800" dirty="0"/>
          </a:p>
        </p:txBody>
      </p:sp>
      <p:sp>
        <p:nvSpPr>
          <p:cNvPr id="20" name="Text 18"/>
          <p:cNvSpPr/>
          <p:nvPr/>
        </p:nvSpPr>
        <p:spPr>
          <a:xfrm>
            <a:off x="612648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sánh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12648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Số nút duyệt · Độ dài đường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Thời gian thực thi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006840" y="1874520"/>
            <a:ext cx="2743200" cy="4663440"/>
          </a:xfrm>
          <a:prstGeom prst="roundRect">
            <a:avLst>
              <a:gd name="adj" fmla="val 2667"/>
            </a:avLst>
          </a:prstGeom>
          <a:solidFill>
            <a:srgbClr val="1C1945"/>
          </a:solidFill>
          <a:ln w="15240">
            <a:solidFill>
              <a:srgbClr val="36378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006840" y="2011680"/>
            <a:ext cx="2743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dirty="0">
                <a:solidFill>
                  <a:srgbClr val="000000"/>
                </a:solidFill>
              </a:rPr>
              <a:t>🎛️</a:t>
            </a:r>
            <a:endParaRPr lang="en-US" sz="3800" dirty="0"/>
          </a:p>
        </p:txBody>
      </p:sp>
      <p:sp>
        <p:nvSpPr>
          <p:cNvPr id="24" name="Text 22"/>
          <p:cNvSpPr/>
          <p:nvPr/>
        </p:nvSpPr>
        <p:spPr>
          <a:xfrm>
            <a:off x="9006840" y="29260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Tương tác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006840" y="3429000"/>
            <a:ext cx="27432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chọn điểm · Điều chỉnh tốc độ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Ẩn/hiện từng thuật toán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0C29"/>
          </a:solidFill>
          <a:ln w="12700">
            <a:solidFill>
              <a:srgbClr val="0F0C2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12188952" cy="4114800"/>
          </a:xfrm>
          <a:prstGeom prst="rect">
            <a:avLst/>
          </a:prstGeom>
          <a:solidFill>
            <a:srgbClr val="1E1B4B">
              <a:alpha val="70000"/>
            </a:srgbClr>
          </a:solidFill>
          <a:ln w="12700">
            <a:solidFill>
              <a:srgbClr val="1E1B4B">
                <a:alpha val="7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312E81">
              <a:alpha val="50000"/>
            </a:srgbClr>
          </a:solidFill>
          <a:ln w="12700">
            <a:solidFill>
              <a:srgbClr val="312E81">
                <a:alpha val="50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0"/>
            <a:ext cx="54864" cy="3429000"/>
          </a:xfrm>
          <a:prstGeom prst="rect">
            <a:avLst/>
          </a:prstGeom>
          <a:solidFill>
            <a:srgbClr val="818CF8"/>
          </a:solidFill>
          <a:ln w="12700">
            <a:solidFill>
              <a:srgbClr val="818CF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0" y="3429000"/>
            <a:ext cx="54864" cy="3429000"/>
          </a:xfrm>
          <a:prstGeom prst="rect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27432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02. Kiến Trúc Hệ Thống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365760" y="868680"/>
            <a:ext cx="11430000" cy="27432"/>
          </a:xfrm>
          <a:prstGeom prst="rect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4ECDC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4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4ECD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 JS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Leaflet.js 1.9.4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57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/ CSS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theme UI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Hoạt ảnh đồng bộ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794760" y="3383280"/>
            <a:ext cx="914400" cy="457200"/>
          </a:xfrm>
          <a:prstGeom prst="rightArrow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4760" y="38862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760" y="2834640"/>
            <a:ext cx="914400" cy="457200"/>
          </a:xfrm>
          <a:prstGeom prst="leftArrow">
            <a:avLst/>
          </a:prstGeom>
          <a:solidFill>
            <a:srgbClr val="6B7AB8"/>
          </a:solidFill>
          <a:ln w="12700">
            <a:solidFill>
              <a:srgbClr val="6B7AB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794760" y="25146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7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846320" y="1051560"/>
            <a:ext cx="3383280" cy="5394960"/>
          </a:xfrm>
          <a:prstGeom prst="roundRect">
            <a:avLst>
              <a:gd name="adj" fmla="val 2162"/>
            </a:avLst>
          </a:prstGeom>
          <a:solidFill>
            <a:srgbClr val="1C1945"/>
          </a:solidFill>
          <a:ln w="15240">
            <a:solidFill>
              <a:srgbClr val="FFD1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1051560"/>
            <a:ext cx="3383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D1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5029200" y="1691640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3.x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029200" y="2496312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0" y="3300984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uvicorn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5029200" y="4105656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BFS / DFS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029200" y="4910328"/>
            <a:ext cx="3017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Dijkstra / A*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366760" y="3566160"/>
            <a:ext cx="640080" cy="411480"/>
          </a:xfrm>
          <a:prstGeom prst="rightArrow">
            <a:avLst/>
          </a:prstGeom>
          <a:solidFill>
            <a:srgbClr val="06D6A0"/>
          </a:solidFill>
          <a:ln w="12700">
            <a:solidFill>
              <a:srgbClr val="06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9098280" y="1051560"/>
            <a:ext cx="2788920" cy="5394960"/>
          </a:xfrm>
          <a:prstGeom prst="roundRect">
            <a:avLst>
              <a:gd name="adj" fmla="val 2623"/>
            </a:avLst>
          </a:prstGeom>
          <a:solidFill>
            <a:srgbClr val="1C1945"/>
          </a:solidFill>
          <a:ln w="15240">
            <a:solidFill>
              <a:srgbClr val="06D6A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098280" y="1051560"/>
            <a:ext cx="2788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6D6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DỮ LIỆU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9098280" y="1691640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nodes.json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098280" y="2496312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1 007 nút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9098280" y="3300984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edges.json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9098280" y="4105656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2 644 cạnh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9098280" y="4910328"/>
            <a:ext cx="2788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osmnx export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2026-05-07T15:07:18Z</dcterms:created>
  <dcterms:modified xsi:type="dcterms:W3CDTF">2026-05-07T15:07:18Z</dcterms:modified>
</cp:coreProperties>
</file>