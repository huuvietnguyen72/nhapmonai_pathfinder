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0" y="-1097280"/>
            <a:ext cx="4572000" cy="4572000"/>
          </a:xfrm>
          <a:prstGeom prst="ellipse">
            <a:avLst/>
          </a:prstGeom>
          <a:solidFill>
            <a:srgbClr val="818CF8">
              <a:alpha val="18000"/>
            </a:srgbClr>
          </a:solidFill>
          <a:ln w="12700">
            <a:solidFill>
              <a:srgbClr val="818CF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4592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🗺️</a:t>
            </a:r>
            <a:endParaRPr lang="en-US" sz="7200" dirty="0"/>
          </a:p>
        </p:txBody>
      </p:sp>
      <p:sp>
        <p:nvSpPr>
          <p:cNvPr id="11" name="Shape 9"/>
          <p:cNvSpPr/>
          <p:nvPr/>
        </p:nvSpPr>
        <p:spPr>
          <a:xfrm>
            <a:off x="3931920" y="16916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16916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 ·  Nhập Môn TTNT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224028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PathFinder AI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931920" y="324612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Quan Hóa Thuật Toán Tìm Đường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31920" y="3730752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Bản Đồ Thực Hà Đông, Hà Nội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251960"/>
            <a:ext cx="7955280" cy="27432"/>
          </a:xfrm>
          <a:prstGeom prst="rect">
            <a:avLst/>
          </a:prstGeom>
          <a:solidFill>
            <a:srgbClr val="363780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4ECDC4">
              <a:alpha val="18000"/>
            </a:srgbClr>
          </a:solidFill>
          <a:ln w="12700">
            <a:solidFill>
              <a:srgbClr val="4ECDC4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2356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6B6B">
              <a:alpha val="18000"/>
            </a:srgbClr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D166">
              <a:alpha val="18000"/>
            </a:srgbClr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06D6A0">
              <a:alpha val="18000"/>
            </a:srgbClr>
          </a:solidFill>
          <a:ln w="12700">
            <a:solidFill>
              <a:srgbClr val="06D6A0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0" y="5074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viện Công nghệ Bưu chính Viễn thông (PTIT)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54406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Nội –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1556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 đề tài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9224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4710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15060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hệ thống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206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1556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BFS &amp; DFS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9224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15060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Dijkstra &amp; A*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1556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&amp; Demo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9224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4710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15060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so sánh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3328416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6B7A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2064" y="3392424"/>
            <a:ext cx="493776" cy="493776"/>
          </a:xfrm>
          <a:prstGeom prst="roundRect">
            <a:avLst>
              <a:gd name="adj" fmla="val 9259"/>
            </a:avLst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" y="33924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115568" y="3328416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&amp; Kết luận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2026-05-07T15:02:13Z</dcterms:created>
  <dcterms:modified xsi:type="dcterms:W3CDTF">2026-05-07T15:02:13Z</dcterms:modified>
</cp:coreProperties>
</file>